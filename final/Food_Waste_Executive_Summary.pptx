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Food Waste Management System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Executive Summary &amp; Data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6E4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1.3 billion tonnes of food are wasted globally each year while millions face hunger.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Local food donation platforms connect surplus food from providers to NGOs, shelters, and individuals.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This project analyzes operational data to improve rescue rates and reduce claim failures.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Analysis period: Mar 01, 2025 – Mar 21,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6E4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1,000 food providers (supermarkets, restaurants, grocery stores, catering)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1,000 receivers (NGOs, charities, shelters, individuals)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1,000 food listings totaling 25,794 units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1,000 claim transactions tracked with status and timestamps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100% data completeness — zero null values across all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6E4F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25603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25,794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Total Food Units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463040"/>
            <a:ext cx="25603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373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28.4%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Food Rescue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25603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33.9%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Claim Success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25603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33.6%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Cancellation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657600"/>
            <a:ext cx="25603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9319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6634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Active Providers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256032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1,000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Active Receivers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6E4F"/>
                </a:solidFill>
              </a:defRPr>
            </a:pPr>
            <a:r>
              <a:t>Claim Status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Claim success rate: 33.9% — only 1 in 3 claims completes successfully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Cancellation rate: 33.6% — systemic friction, not isolated incidents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Pending claims: 325 — unresolved demand awaiting action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Recommendation: Implement SLA tracking, expiry alerts, and automated matching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6E4F"/>
                </a:solidFill>
              </a:defRPr>
            </a:pPr>
            <a:r>
              <a:t>Supply Side —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Top provider category: Restaurant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Restaurants and supermarkets contribute the highest donation volumes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Four provider types: Supermarket, Grocery Store, Restaurant, Catering Service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Opportunity: Formalize partnerships with top-performing donor categories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6E4F"/>
                </a:solidFill>
              </a:defRPr>
            </a:pPr>
            <a:r>
              <a:t>Demand Side — Receivers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Top receiver category: NGO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NGOs and charities drive the majority of claim activity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Balanced demand across NGO, Charity, Shelter, and Individual segments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Opportunity: Expand receiver network in high-supply, low-demand cities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6E4F"/>
                </a:solidFill>
              </a:defRPr>
            </a:pPr>
            <a:r>
              <a:t>Geographic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Highest supply city: South Kathryn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Food supply is concentrated in a subset of urban areas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Supply-demand mismatch exists in several high-surplus cities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Recommendation: Target receiver outreach and logistics in surplus regions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6E4F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1. Reduce cancellations through real-time expiry monitoring and claim reminders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2. Accelerate pending claim resolution with SLA dashboards and notifications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3. Rebalance geographic coverage — match supply hotspots with receiver capacity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4. Strengthen provider partnerships in restaurant and supermarket segments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5. Deploy the interactive Streamlit dashboard for ongoing executive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